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1004" y="4434840"/>
            <a:ext cx="640080" cy="6400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0964" y="4114800"/>
            <a:ext cx="1280160" cy="1280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20924" y="3794760"/>
            <a:ext cx="1920240" cy="19202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00884" y="3474720"/>
            <a:ext cx="2560320" cy="2560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80844" y="3154680"/>
            <a:ext cx="3200400" cy="3200400"/>
          </a:xfrm>
          <a:prstGeom prst="ellipse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60804" y="2834640"/>
            <a:ext cx="3840480" cy="3840480"/>
          </a:xfrm>
          <a:prstGeom prst="ellipse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0764" y="2514600"/>
            <a:ext cx="4480560" cy="44805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0724" y="2194560"/>
            <a:ext cx="5120640" cy="51206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0684" y="1874520"/>
            <a:ext cx="5760720" cy="5760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" y="1554480"/>
            <a:ext cx="6400800" cy="6400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7892" y="4681728"/>
            <a:ext cx="146304" cy="146304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53612" y="4727448"/>
            <a:ext cx="54864" cy="54864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9604" y="164134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89604" y="772210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922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72998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89604" y="196138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89604" y="74020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6926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0994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689604" y="22814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689604" y="70820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28930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08990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689604" y="26014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89604" y="676198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60934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76986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689604" y="292150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689604" y="644194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92938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4982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689604" y="324154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89604" y="612190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24942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2978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89604" y="356158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89604" y="58018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56946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0974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689604" y="38816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89604" y="54818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88950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48970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689604" y="42016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689604" y="516178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20954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169664" y="46817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781044" y="1554480"/>
            <a:ext cx="0" cy="112014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81044" y="6835140"/>
            <a:ext cx="0" cy="112014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0644" y="4754880"/>
            <a:ext cx="1120140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61304" y="4754880"/>
            <a:ext cx="1120140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8036" y="288036"/>
            <a:ext cx="215798" cy="21579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58254" y="288036"/>
            <a:ext cx="215798" cy="21579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8036" y="10185502"/>
            <a:ext cx="215798" cy="21579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58254" y="10185502"/>
            <a:ext cx="215798" cy="21579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0" y="960120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pPr algn="ctr" indent="0" marL="0">
              <a:buNone/>
            </a:pPr>
            <a:r>
              <a:rPr lang="en-US" sz="1400" b="1" spc="200" kern="0" dirty="0">
                <a:solidFill>
                  <a:srgbClr val="E31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</a:t>
            </a:r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0" y="996696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Laser-Trainingsscheibe · A4 · precisionshot.ai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PrecisionShot Laser-Trainingsscheibe</dc:title>
  <dc:subject>PptxGenJS Presentation</dc:subject>
  <dc:creator>PrecisionShot.ai</dc:creator>
  <cp:lastModifiedBy>PrecisionShot.ai</cp:lastModifiedBy>
  <cp:revision>1</cp:revision>
  <dcterms:created xsi:type="dcterms:W3CDTF">2026-04-11T18:27:30Z</dcterms:created>
  <dcterms:modified xsi:type="dcterms:W3CDTF">2026-04-11T18:27:30Z</dcterms:modified>
</cp:coreProperties>
</file>